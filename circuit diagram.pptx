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6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340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AD82B-8505-B37E-5A34-91C1EEB7F7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E9C4AB-52D6-288B-03F1-C15C2DAEC1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C8E45-1E9C-0989-0042-6F2745F1A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315D9-41E2-465D-BECB-645F8E4EE627}" type="datetimeFigureOut">
              <a:rPr lang="en-US" smtClean="0"/>
              <a:t>5/30/2024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1FC6E-ED88-A71F-433D-77A836354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D1095-146C-2829-425E-698082F10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A99A9-32B7-4704-9ABF-038F345C59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135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86CD0-32B1-5234-FCB2-8E6AC75B1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4AD25-A98A-9B33-9347-A4CC75845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E1645A-D850-99DE-5854-3AC37E808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315D9-41E2-465D-BECB-645F8E4EE627}" type="datetimeFigureOut">
              <a:rPr lang="en-US" smtClean="0"/>
              <a:t>5/30/2024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33A113-502E-B420-0EE9-1FBE7A043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6B3EF-C398-FD5E-6DDE-2879AA8FC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A99A9-32B7-4704-9ABF-038F345C59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851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7BA09-0D4E-DE2B-3883-C536E0DAA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16D1B-C0A9-EE41-CC59-BA0BE7B31F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E0878-3FF8-DBC4-DC13-7FA2955B1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315D9-41E2-465D-BECB-645F8E4EE627}" type="datetimeFigureOut">
              <a:rPr lang="en-US" smtClean="0"/>
              <a:t>5/30/2024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E31E1-FCB0-67E8-D930-A846DF6BB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F59BE5-E5CD-4BA4-45BE-5D5340E17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A99A9-32B7-4704-9ABF-038F345C59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307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86BBF-83AC-0683-670B-E23D9912A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00F83-DE42-DC23-ECDE-2087910889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069747-907A-C966-11A3-0949E7CF09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7147F7-608A-A3FA-0D7E-79C2A1BC2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315D9-41E2-465D-BECB-645F8E4EE627}" type="datetimeFigureOut">
              <a:rPr lang="en-US" smtClean="0"/>
              <a:t>5/30/2024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09FCF6-840B-6704-E461-9292A2736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318C65-6E91-BCA7-0EB1-D1E858971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A99A9-32B7-4704-9ABF-038F345C59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487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230F9-24C4-AA0D-8FD4-F1357D5C7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F5019C-4D5D-9CE2-DDAF-0F9284D6D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2F21AA-17E7-4D99-3B1D-A787DEC97D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AEEE05-6D97-B0D3-3019-020DA0E1CF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364DDA-4EE3-2EF6-C93A-1AA209C2C7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E2C0FB-8465-C8E7-F57B-1869C22C7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315D9-41E2-465D-BECB-645F8E4EE627}" type="datetimeFigureOut">
              <a:rPr lang="en-US" smtClean="0"/>
              <a:t>5/30/2024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8A2476-A022-66CA-54F3-6CA9C3FD1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327FD8-6734-365F-0E2D-EA7ED2750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A99A9-32B7-4704-9ABF-038F345C59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26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F38F2-5A03-9C09-A405-96AA38688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DEBEFA-807F-142B-0F6A-C9C2BC76F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315D9-41E2-465D-BECB-645F8E4EE627}" type="datetimeFigureOut">
              <a:rPr lang="en-US" smtClean="0"/>
              <a:t>5/30/2024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403F83-9AF2-C13B-93C1-33889373B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62B4D9-ADF7-5D5B-0F06-07AB877D0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A99A9-32B7-4704-9ABF-038F345C59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701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FBC2E7-741E-4482-1A43-64BE45389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315D9-41E2-465D-BECB-645F8E4EE627}" type="datetimeFigureOut">
              <a:rPr lang="en-US" smtClean="0"/>
              <a:t>5/30/2024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7D372D-D992-9107-2B26-453798298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9D2226-5849-24CD-89CA-F8FDF563D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A99A9-32B7-4704-9ABF-038F345C59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631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48614-9B1B-A0B3-56CC-4A6C585E5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4F227-0B95-A9F5-076E-5055A929B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685D78-67BD-F641-1378-F6AAE9878F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1C41EE-9F59-5059-C096-274A94804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315D9-41E2-465D-BECB-645F8E4EE627}" type="datetimeFigureOut">
              <a:rPr lang="en-US" smtClean="0"/>
              <a:t>5/30/2024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36AB64-39E8-CCA9-E019-F16610EFF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7007D6-E4CC-A082-F002-2B061749F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A99A9-32B7-4704-9ABF-038F345C59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926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D8FDE-94A9-7803-B3E6-C18A6155B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4D0015-78C2-4B70-5F5A-D605D828DF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4D4157-FD2A-F562-B073-847B96F965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E50E51-E3DD-B214-409C-F7902C2F9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315D9-41E2-465D-BECB-645F8E4EE627}" type="datetimeFigureOut">
              <a:rPr lang="en-US" smtClean="0"/>
              <a:t>5/30/2024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106F50-718A-545F-290B-60FC40C7D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08E626-91A9-644B-650D-DE33CD64A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A99A9-32B7-4704-9ABF-038F345C59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854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EF2EF-316F-FB20-9C05-3CF240141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5A4CE8-C27B-3E99-67C9-54D72A104E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00935-C007-8094-3009-8513C5DAE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315D9-41E2-465D-BECB-645F8E4EE627}" type="datetimeFigureOut">
              <a:rPr lang="en-US" smtClean="0"/>
              <a:t>5/30/2024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E40B38-BC08-BC87-542A-0F0967DDA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FE01C-8712-0073-3542-3BB93498F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A99A9-32B7-4704-9ABF-038F345C59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899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7092EB-61FC-8397-68D3-E6857A2269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221A9D-34AA-DFDB-622B-F05A364D5B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E0AD9-97BE-9BF2-58ED-5371538E6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315D9-41E2-465D-BECB-645F8E4EE627}" type="datetimeFigureOut">
              <a:rPr lang="en-US" smtClean="0"/>
              <a:t>5/30/2024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F0562-4C59-8D4D-D2E4-6212925D6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867FFA-693E-A488-E367-BF85F3DF5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A99A9-32B7-4704-9ABF-038F345C59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323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EFC458-8320-3C3B-4831-EEF0E3059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F5C2B8-71FC-F94B-D55F-F9737D843F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91233-09F9-A0CF-E5CC-2EB6AD4A42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3315D9-41E2-465D-BECB-645F8E4EE627}" type="datetimeFigureOut">
              <a:rPr lang="en-US" smtClean="0"/>
              <a:t>5/30/2024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FDE668-060B-6CD1-6E67-FDFF04E25B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B1BB62-9967-2410-CE91-D07C06E39C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DA99A9-32B7-4704-9ABF-038F345C59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752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een circuit board with white text&#10;&#10;Description automatically generated">
            <a:extLst>
              <a:ext uri="{FF2B5EF4-FFF2-40B4-BE49-F238E27FC236}">
                <a16:creationId xmlns:a16="http://schemas.microsoft.com/office/drawing/2014/main" id="{6A1D0FF6-ECA0-4129-D28F-3BD4B477ED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92" t="20782" r="18454" b="21352"/>
          <a:stretch/>
        </p:blipFill>
        <p:spPr>
          <a:xfrm rot="10800000">
            <a:off x="2256893" y="2073729"/>
            <a:ext cx="3790122" cy="2517914"/>
          </a:xfr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0A594BF-E54F-7469-B1D1-69B7679BEBDC}"/>
              </a:ext>
            </a:extLst>
          </p:cNvPr>
          <p:cNvGrpSpPr/>
          <p:nvPr/>
        </p:nvGrpSpPr>
        <p:grpSpPr>
          <a:xfrm rot="10800000">
            <a:off x="2351779" y="2050869"/>
            <a:ext cx="1923980" cy="45719"/>
            <a:chOff x="6062663" y="5208104"/>
            <a:chExt cx="1923980" cy="4571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34A8466-9233-B8A2-8298-36566DEDB045}"/>
                </a:ext>
              </a:extLst>
            </p:cNvPr>
            <p:cNvSpPr/>
            <p:nvPr/>
          </p:nvSpPr>
          <p:spPr>
            <a:xfrm>
              <a:off x="6997148" y="5208104"/>
              <a:ext cx="989495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51DDFDA-1D7A-626C-E6A3-B85C2D821A1D}"/>
                </a:ext>
              </a:extLst>
            </p:cNvPr>
            <p:cNvSpPr/>
            <p:nvPr/>
          </p:nvSpPr>
          <p:spPr>
            <a:xfrm>
              <a:off x="6062663" y="5208104"/>
              <a:ext cx="223838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" name="Picture 10" descr="A black screen with a green circuit board and small parts&#10;&#10;Description automatically generated with medium confidence">
            <a:extLst>
              <a:ext uri="{FF2B5EF4-FFF2-40B4-BE49-F238E27FC236}">
                <a16:creationId xmlns:a16="http://schemas.microsoft.com/office/drawing/2014/main" id="{24A2AE8A-28A4-BCEC-545E-2BB4F3101B0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938" t="66440" r="27949" b="4346"/>
          <a:stretch/>
        </p:blipFill>
        <p:spPr>
          <a:xfrm rot="10800000">
            <a:off x="6470196" y="2427241"/>
            <a:ext cx="2355397" cy="2003518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D60225C-EF3F-9888-6EE5-B43BD41C41C0}"/>
              </a:ext>
            </a:extLst>
          </p:cNvPr>
          <p:cNvCxnSpPr>
            <a:cxnSpLocks/>
            <a:endCxn id="16" idx="6"/>
          </p:cNvCxnSpPr>
          <p:nvPr/>
        </p:nvCxnSpPr>
        <p:spPr>
          <a:xfrm flipH="1">
            <a:off x="5972175" y="3398454"/>
            <a:ext cx="30480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ED80FAD3-434C-93A2-3010-A720B00DA4C8}"/>
              </a:ext>
            </a:extLst>
          </p:cNvPr>
          <p:cNvSpPr/>
          <p:nvPr/>
        </p:nvSpPr>
        <p:spPr>
          <a:xfrm>
            <a:off x="8689975" y="3401926"/>
            <a:ext cx="106136" cy="106136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18C6183-D948-269D-EF30-D425D2A7D3B2}"/>
              </a:ext>
            </a:extLst>
          </p:cNvPr>
          <p:cNvSpPr/>
          <p:nvPr/>
        </p:nvSpPr>
        <p:spPr>
          <a:xfrm>
            <a:off x="5866039" y="3345386"/>
            <a:ext cx="106136" cy="106136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A1CA683-4096-0D0E-6B8C-2232AE68EB0E}"/>
              </a:ext>
            </a:extLst>
          </p:cNvPr>
          <p:cNvSpPr/>
          <p:nvPr/>
        </p:nvSpPr>
        <p:spPr>
          <a:xfrm>
            <a:off x="5518150" y="4430759"/>
            <a:ext cx="106136" cy="106136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6ACDE50-39B2-B340-3D0B-BCE68A77D9BB}"/>
              </a:ext>
            </a:extLst>
          </p:cNvPr>
          <p:cNvSpPr/>
          <p:nvPr/>
        </p:nvSpPr>
        <p:spPr>
          <a:xfrm>
            <a:off x="5518150" y="4313193"/>
            <a:ext cx="106136" cy="106136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EE579A2-7447-58D1-13E5-01F6F49CF3DA}"/>
              </a:ext>
            </a:extLst>
          </p:cNvPr>
          <p:cNvSpPr/>
          <p:nvPr/>
        </p:nvSpPr>
        <p:spPr>
          <a:xfrm>
            <a:off x="5412014" y="4430759"/>
            <a:ext cx="106136" cy="106136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6E5DF15-647A-9CD4-560D-0DF52D216CAA}"/>
              </a:ext>
            </a:extLst>
          </p:cNvPr>
          <p:cNvSpPr/>
          <p:nvPr/>
        </p:nvSpPr>
        <p:spPr>
          <a:xfrm>
            <a:off x="5412014" y="4313193"/>
            <a:ext cx="106136" cy="106136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7154B54-0BE8-818A-0044-2B384B8F6953}"/>
              </a:ext>
            </a:extLst>
          </p:cNvPr>
          <p:cNvCxnSpPr>
            <a:cxnSpLocks/>
          </p:cNvCxnSpPr>
          <p:nvPr/>
        </p:nvCxnSpPr>
        <p:spPr>
          <a:xfrm>
            <a:off x="6276975" y="2273300"/>
            <a:ext cx="0" cy="1125154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90CEDDD-97A5-ABD3-E951-E508A9BB061F}"/>
              </a:ext>
            </a:extLst>
          </p:cNvPr>
          <p:cNvCxnSpPr>
            <a:cxnSpLocks/>
          </p:cNvCxnSpPr>
          <p:nvPr/>
        </p:nvCxnSpPr>
        <p:spPr>
          <a:xfrm flipH="1">
            <a:off x="6276975" y="2273300"/>
            <a:ext cx="278765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F2444D0-21D2-7417-19AC-B81D3505615B}"/>
              </a:ext>
            </a:extLst>
          </p:cNvPr>
          <p:cNvCxnSpPr>
            <a:cxnSpLocks/>
          </p:cNvCxnSpPr>
          <p:nvPr/>
        </p:nvCxnSpPr>
        <p:spPr>
          <a:xfrm>
            <a:off x="9064625" y="2273300"/>
            <a:ext cx="0" cy="1178222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1DF9DB3-7820-FCC6-145D-6AAD10856786}"/>
              </a:ext>
            </a:extLst>
          </p:cNvPr>
          <p:cNvCxnSpPr>
            <a:cxnSpLocks/>
          </p:cNvCxnSpPr>
          <p:nvPr/>
        </p:nvCxnSpPr>
        <p:spPr>
          <a:xfrm flipH="1">
            <a:off x="8796111" y="3451522"/>
            <a:ext cx="268514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A7B9B285-1116-FB28-0A58-4D9237E7356C}"/>
              </a:ext>
            </a:extLst>
          </p:cNvPr>
          <p:cNvSpPr/>
          <p:nvPr/>
        </p:nvSpPr>
        <p:spPr>
          <a:xfrm>
            <a:off x="8461375" y="4313193"/>
            <a:ext cx="106136" cy="106136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E697B72-59B6-8AD4-3E8C-565F101BAAC5}"/>
              </a:ext>
            </a:extLst>
          </p:cNvPr>
          <p:cNvSpPr/>
          <p:nvPr/>
        </p:nvSpPr>
        <p:spPr>
          <a:xfrm>
            <a:off x="8283575" y="4313193"/>
            <a:ext cx="106136" cy="106136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4D8D836-1AA1-0DA0-B40F-4149B9110EFB}"/>
              </a:ext>
            </a:extLst>
          </p:cNvPr>
          <p:cNvSpPr/>
          <p:nvPr/>
        </p:nvSpPr>
        <p:spPr>
          <a:xfrm>
            <a:off x="8203293" y="4313193"/>
            <a:ext cx="106136" cy="106136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3D307B9-05E2-E7D6-59AD-F12218A9EA37}"/>
              </a:ext>
            </a:extLst>
          </p:cNvPr>
          <p:cNvSpPr/>
          <p:nvPr/>
        </p:nvSpPr>
        <p:spPr>
          <a:xfrm>
            <a:off x="8123011" y="4313193"/>
            <a:ext cx="106136" cy="106136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C822AAF-3C01-4370-C717-72E9899AD3B5}"/>
              </a:ext>
            </a:extLst>
          </p:cNvPr>
          <p:cNvCxnSpPr>
            <a:cxnSpLocks/>
          </p:cNvCxnSpPr>
          <p:nvPr/>
        </p:nvCxnSpPr>
        <p:spPr>
          <a:xfrm flipH="1">
            <a:off x="5548993" y="4740275"/>
            <a:ext cx="296545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35E5A47-FE8D-B34F-44F6-0B23AB38A871}"/>
              </a:ext>
            </a:extLst>
          </p:cNvPr>
          <p:cNvCxnSpPr>
            <a:cxnSpLocks/>
            <a:stCxn id="35" idx="4"/>
          </p:cNvCxnSpPr>
          <p:nvPr/>
        </p:nvCxnSpPr>
        <p:spPr>
          <a:xfrm>
            <a:off x="8514443" y="4419329"/>
            <a:ext cx="0" cy="320946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D3FB6B8-A011-B460-626A-18D7850868CD}"/>
              </a:ext>
            </a:extLst>
          </p:cNvPr>
          <p:cNvCxnSpPr>
            <a:cxnSpLocks/>
          </p:cNvCxnSpPr>
          <p:nvPr/>
        </p:nvCxnSpPr>
        <p:spPr>
          <a:xfrm flipV="1">
            <a:off x="5563961" y="4536895"/>
            <a:ext cx="0" cy="20338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>
            <a:extLst>
              <a:ext uri="{FF2B5EF4-FFF2-40B4-BE49-F238E27FC236}">
                <a16:creationId xmlns:a16="http://schemas.microsoft.com/office/drawing/2014/main" id="{F704BF22-3CE9-7203-CEA2-334928D5F689}"/>
              </a:ext>
            </a:extLst>
          </p:cNvPr>
          <p:cNvSpPr/>
          <p:nvPr/>
        </p:nvSpPr>
        <p:spPr>
          <a:xfrm>
            <a:off x="5510893" y="2220232"/>
            <a:ext cx="106136" cy="106136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7C17BD5-43DA-2A3E-2E52-D590067FE06D}"/>
              </a:ext>
            </a:extLst>
          </p:cNvPr>
          <p:cNvCxnSpPr>
            <a:cxnSpLocks/>
            <a:endCxn id="46" idx="0"/>
          </p:cNvCxnSpPr>
          <p:nvPr/>
        </p:nvCxnSpPr>
        <p:spPr>
          <a:xfrm flipH="1">
            <a:off x="5563961" y="2000204"/>
            <a:ext cx="7257" cy="220028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2E2B9008-5A53-284C-389B-BBA9DAC1EA50}"/>
              </a:ext>
            </a:extLst>
          </p:cNvPr>
          <p:cNvSpPr txBox="1"/>
          <p:nvPr/>
        </p:nvSpPr>
        <p:spPr>
          <a:xfrm>
            <a:off x="5183548" y="1755568"/>
            <a:ext cx="7753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To power</a:t>
            </a:r>
            <a:endParaRPr lang="en-US" sz="1200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C5776E56-8496-7D79-CDAB-9F25FE40CE42}"/>
              </a:ext>
            </a:extLst>
          </p:cNvPr>
          <p:cNvSpPr/>
          <p:nvPr/>
        </p:nvSpPr>
        <p:spPr>
          <a:xfrm>
            <a:off x="2345588" y="3375932"/>
            <a:ext cx="106136" cy="106136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20E135C1-E333-0EA3-BAA4-910351A91E94}"/>
              </a:ext>
            </a:extLst>
          </p:cNvPr>
          <p:cNvCxnSpPr>
            <a:cxnSpLocks/>
            <a:stCxn id="51" idx="2"/>
          </p:cNvCxnSpPr>
          <p:nvPr/>
        </p:nvCxnSpPr>
        <p:spPr>
          <a:xfrm flipH="1">
            <a:off x="2174875" y="3429000"/>
            <a:ext cx="17071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88017151-CFBD-AD52-EE8F-9D76BC975ED2}"/>
              </a:ext>
            </a:extLst>
          </p:cNvPr>
          <p:cNvSpPr txBox="1"/>
          <p:nvPr/>
        </p:nvSpPr>
        <p:spPr>
          <a:xfrm>
            <a:off x="1505316" y="3198167"/>
            <a:ext cx="7959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To </a:t>
            </a:r>
          </a:p>
          <a:p>
            <a:pPr algn="ctr"/>
            <a:r>
              <a:rPr lang="en-GB" sz="1200" dirty="0"/>
              <a:t>keyboard</a:t>
            </a:r>
            <a:endParaRPr lang="en-US" sz="1200" dirty="0"/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1B9B790E-8BFA-BDB7-9D66-1190261CB48D}"/>
              </a:ext>
            </a:extLst>
          </p:cNvPr>
          <p:cNvCxnSpPr>
            <a:cxnSpLocks/>
          </p:cNvCxnSpPr>
          <p:nvPr/>
        </p:nvCxnSpPr>
        <p:spPr>
          <a:xfrm>
            <a:off x="8176079" y="4430759"/>
            <a:ext cx="0" cy="440961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B5E99D16-EA45-2541-490F-9627ED35869B}"/>
              </a:ext>
            </a:extLst>
          </p:cNvPr>
          <p:cNvCxnSpPr>
            <a:cxnSpLocks/>
          </p:cNvCxnSpPr>
          <p:nvPr/>
        </p:nvCxnSpPr>
        <p:spPr>
          <a:xfrm flipH="1">
            <a:off x="5465082" y="4857115"/>
            <a:ext cx="2710997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66A67FF7-E8CD-BD88-39B6-D212206B5C19}"/>
              </a:ext>
            </a:extLst>
          </p:cNvPr>
          <p:cNvCxnSpPr>
            <a:cxnSpLocks/>
          </p:cNvCxnSpPr>
          <p:nvPr/>
        </p:nvCxnSpPr>
        <p:spPr>
          <a:xfrm>
            <a:off x="5465082" y="4536895"/>
            <a:ext cx="0" cy="32022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>
            <a:extLst>
              <a:ext uri="{FF2B5EF4-FFF2-40B4-BE49-F238E27FC236}">
                <a16:creationId xmlns:a16="http://schemas.microsoft.com/office/drawing/2014/main" id="{6EC6C695-CE56-EE84-1DF7-593115E4173D}"/>
              </a:ext>
            </a:extLst>
          </p:cNvPr>
          <p:cNvSpPr/>
          <p:nvPr/>
        </p:nvSpPr>
        <p:spPr>
          <a:xfrm>
            <a:off x="4031573" y="2638382"/>
            <a:ext cx="106136" cy="106136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56543EC0-B46E-9146-C148-63D078BB2121}"/>
              </a:ext>
            </a:extLst>
          </p:cNvPr>
          <p:cNvCxnSpPr>
            <a:cxnSpLocks/>
          </p:cNvCxnSpPr>
          <p:nvPr/>
        </p:nvCxnSpPr>
        <p:spPr>
          <a:xfrm flipH="1">
            <a:off x="4284378" y="2000204"/>
            <a:ext cx="3340" cy="691246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BD9698A7-DE1E-EDE9-F9D4-DC0D8D5DF8C4}"/>
              </a:ext>
            </a:extLst>
          </p:cNvPr>
          <p:cNvSpPr txBox="1"/>
          <p:nvPr/>
        </p:nvSpPr>
        <p:spPr>
          <a:xfrm>
            <a:off x="3841937" y="1755567"/>
            <a:ext cx="8658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To camera</a:t>
            </a:r>
            <a:endParaRPr lang="en-US" sz="1200" dirty="0"/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9E05C28-4EC3-F2D6-C0D6-322593D9D56E}"/>
              </a:ext>
            </a:extLst>
          </p:cNvPr>
          <p:cNvCxnSpPr>
            <a:cxnSpLocks/>
          </p:cNvCxnSpPr>
          <p:nvPr/>
        </p:nvCxnSpPr>
        <p:spPr>
          <a:xfrm flipH="1">
            <a:off x="4135318" y="2691450"/>
            <a:ext cx="139526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07BC3795-07DC-97E5-EAF9-9FD467A4A117}"/>
              </a:ext>
            </a:extLst>
          </p:cNvPr>
          <p:cNvCxnSpPr>
            <a:cxnSpLocks/>
          </p:cNvCxnSpPr>
          <p:nvPr/>
        </p:nvCxnSpPr>
        <p:spPr>
          <a:xfrm>
            <a:off x="8336643" y="4433893"/>
            <a:ext cx="0" cy="217346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43C95CE7-2907-57B7-0924-2A488D650665}"/>
              </a:ext>
            </a:extLst>
          </p:cNvPr>
          <p:cNvCxnSpPr>
            <a:cxnSpLocks/>
          </p:cNvCxnSpPr>
          <p:nvPr/>
        </p:nvCxnSpPr>
        <p:spPr>
          <a:xfrm flipH="1">
            <a:off x="6192520" y="4651239"/>
            <a:ext cx="2135506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20DEAD6A-3016-D7A6-7D21-1A8A025318A5}"/>
              </a:ext>
            </a:extLst>
          </p:cNvPr>
          <p:cNvCxnSpPr>
            <a:cxnSpLocks/>
          </p:cNvCxnSpPr>
          <p:nvPr/>
        </p:nvCxnSpPr>
        <p:spPr>
          <a:xfrm>
            <a:off x="6192520" y="4201160"/>
            <a:ext cx="0" cy="442777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B9AD01F9-784B-C9E5-A234-65DF968CEEAB}"/>
              </a:ext>
            </a:extLst>
          </p:cNvPr>
          <p:cNvCxnSpPr>
            <a:cxnSpLocks/>
          </p:cNvCxnSpPr>
          <p:nvPr/>
        </p:nvCxnSpPr>
        <p:spPr>
          <a:xfrm flipH="1">
            <a:off x="5571218" y="4201160"/>
            <a:ext cx="621302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9854EB22-B41D-344D-F03D-B11809E313C5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5571218" y="4204520"/>
            <a:ext cx="0" cy="108673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49902445-0A38-4E20-E3EB-AEA8EECB7F59}"/>
              </a:ext>
            </a:extLst>
          </p:cNvPr>
          <p:cNvCxnSpPr>
            <a:cxnSpLocks/>
          </p:cNvCxnSpPr>
          <p:nvPr/>
        </p:nvCxnSpPr>
        <p:spPr>
          <a:xfrm>
            <a:off x="8256361" y="4421239"/>
            <a:ext cx="0" cy="158563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5E711EF5-CE0C-116C-7586-2E688331F25A}"/>
              </a:ext>
            </a:extLst>
          </p:cNvPr>
          <p:cNvCxnSpPr>
            <a:cxnSpLocks/>
          </p:cNvCxnSpPr>
          <p:nvPr/>
        </p:nvCxnSpPr>
        <p:spPr>
          <a:xfrm flipH="1">
            <a:off x="6276975" y="4577761"/>
            <a:ext cx="1979386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FB06CAC8-ACD2-9F99-6983-C87840EBB867}"/>
              </a:ext>
            </a:extLst>
          </p:cNvPr>
          <p:cNvCxnSpPr>
            <a:cxnSpLocks/>
          </p:cNvCxnSpPr>
          <p:nvPr/>
        </p:nvCxnSpPr>
        <p:spPr>
          <a:xfrm>
            <a:off x="6292578" y="4119880"/>
            <a:ext cx="0" cy="457881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F3637B6C-FC00-18CE-E03B-F96BA583F60C}"/>
              </a:ext>
            </a:extLst>
          </p:cNvPr>
          <p:cNvCxnSpPr>
            <a:cxnSpLocks/>
          </p:cNvCxnSpPr>
          <p:nvPr/>
        </p:nvCxnSpPr>
        <p:spPr>
          <a:xfrm flipH="1">
            <a:off x="5465082" y="4119880"/>
            <a:ext cx="827496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237EA4D-3D3E-EC92-E59F-E4C87E02F59A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5465082" y="4119880"/>
            <a:ext cx="8618" cy="193313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Oval 96">
            <a:extLst>
              <a:ext uri="{FF2B5EF4-FFF2-40B4-BE49-F238E27FC236}">
                <a16:creationId xmlns:a16="http://schemas.microsoft.com/office/drawing/2014/main" id="{EF0586CA-0C5E-3FBB-DB31-660CA8B889C3}"/>
              </a:ext>
            </a:extLst>
          </p:cNvPr>
          <p:cNvSpPr/>
          <p:nvPr/>
        </p:nvSpPr>
        <p:spPr>
          <a:xfrm>
            <a:off x="7512129" y="2670311"/>
            <a:ext cx="106136" cy="106136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E986CFD8-F2D2-0843-400B-F380F3229986}"/>
              </a:ext>
            </a:extLst>
          </p:cNvPr>
          <p:cNvCxnSpPr>
            <a:cxnSpLocks/>
            <a:stCxn id="99" idx="2"/>
            <a:endCxn id="97" idx="0"/>
          </p:cNvCxnSpPr>
          <p:nvPr/>
        </p:nvCxnSpPr>
        <p:spPr>
          <a:xfrm>
            <a:off x="7565197" y="2000204"/>
            <a:ext cx="0" cy="670107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0A365AE4-ADE8-439C-9CF7-781CA2EFA78E}"/>
              </a:ext>
            </a:extLst>
          </p:cNvPr>
          <p:cNvSpPr txBox="1"/>
          <p:nvPr/>
        </p:nvSpPr>
        <p:spPr>
          <a:xfrm>
            <a:off x="7157072" y="1723205"/>
            <a:ext cx="8162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To screen</a:t>
            </a:r>
            <a:endParaRPr lang="en-US" sz="1200" dirty="0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CD85AFBB-FA33-298A-D2F1-9DBDE2B69409}"/>
              </a:ext>
            </a:extLst>
          </p:cNvPr>
          <p:cNvSpPr/>
          <p:nvPr/>
        </p:nvSpPr>
        <p:spPr>
          <a:xfrm>
            <a:off x="5090478" y="4435408"/>
            <a:ext cx="106136" cy="106136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0A56F765-7B19-4F7F-0CCC-AFFE3599AAF6}"/>
              </a:ext>
            </a:extLst>
          </p:cNvPr>
          <p:cNvSpPr/>
          <p:nvPr/>
        </p:nvSpPr>
        <p:spPr>
          <a:xfrm>
            <a:off x="4974772" y="4430759"/>
            <a:ext cx="106136" cy="106136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6F5AD4AC-8C25-AE70-98A4-B9B110272B53}"/>
              </a:ext>
            </a:extLst>
          </p:cNvPr>
          <p:cNvCxnSpPr>
            <a:cxnSpLocks/>
          </p:cNvCxnSpPr>
          <p:nvPr/>
        </p:nvCxnSpPr>
        <p:spPr>
          <a:xfrm flipV="1">
            <a:off x="5137241" y="4536895"/>
            <a:ext cx="0" cy="33482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1D87825A-CF4B-C116-AF2B-C5A7426F23F3}"/>
              </a:ext>
            </a:extLst>
          </p:cNvPr>
          <p:cNvCxnSpPr>
            <a:cxnSpLocks/>
          </p:cNvCxnSpPr>
          <p:nvPr/>
        </p:nvCxnSpPr>
        <p:spPr>
          <a:xfrm>
            <a:off x="4754880" y="4871720"/>
            <a:ext cx="382361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Isosceles Triangle 110">
            <a:extLst>
              <a:ext uri="{FF2B5EF4-FFF2-40B4-BE49-F238E27FC236}">
                <a16:creationId xmlns:a16="http://schemas.microsoft.com/office/drawing/2014/main" id="{30BE3DC6-FB76-836B-BDA9-3565CDF24B92}"/>
              </a:ext>
            </a:extLst>
          </p:cNvPr>
          <p:cNvSpPr/>
          <p:nvPr/>
        </p:nvSpPr>
        <p:spPr>
          <a:xfrm rot="16200000">
            <a:off x="4580826" y="4785677"/>
            <a:ext cx="199068" cy="172085"/>
          </a:xfrm>
          <a:prstGeom prst="triangl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7F8A0448-ACE2-F737-1FE6-981F4D937B1C}"/>
              </a:ext>
            </a:extLst>
          </p:cNvPr>
          <p:cNvCxnSpPr>
            <a:cxnSpLocks/>
          </p:cNvCxnSpPr>
          <p:nvPr/>
        </p:nvCxnSpPr>
        <p:spPr>
          <a:xfrm flipV="1">
            <a:off x="4594317" y="4772185"/>
            <a:ext cx="0" cy="230979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D70C926A-634D-8E4C-4DD2-378B839459F9}"/>
              </a:ext>
            </a:extLst>
          </p:cNvPr>
          <p:cNvCxnSpPr/>
          <p:nvPr/>
        </p:nvCxnSpPr>
        <p:spPr>
          <a:xfrm flipH="1">
            <a:off x="4406992" y="5003164"/>
            <a:ext cx="121920" cy="187960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13DD19A3-54CB-F0FC-B1AB-0703578E97B9}"/>
              </a:ext>
            </a:extLst>
          </p:cNvPr>
          <p:cNvCxnSpPr/>
          <p:nvPr/>
        </p:nvCxnSpPr>
        <p:spPr>
          <a:xfrm flipH="1">
            <a:off x="4500655" y="5057815"/>
            <a:ext cx="121920" cy="187960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16D1741C-C90C-C4ED-A126-0098D831C220}"/>
              </a:ext>
            </a:extLst>
          </p:cNvPr>
          <p:cNvCxnSpPr>
            <a:cxnSpLocks/>
          </p:cNvCxnSpPr>
          <p:nvPr/>
        </p:nvCxnSpPr>
        <p:spPr>
          <a:xfrm>
            <a:off x="4205081" y="4871719"/>
            <a:ext cx="382361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43C1AB11-8AA5-AC11-6403-B3B2393E51FC}"/>
              </a:ext>
            </a:extLst>
          </p:cNvPr>
          <p:cNvCxnSpPr>
            <a:cxnSpLocks/>
          </p:cNvCxnSpPr>
          <p:nvPr/>
        </p:nvCxnSpPr>
        <p:spPr>
          <a:xfrm flipV="1">
            <a:off x="4135318" y="4871719"/>
            <a:ext cx="88980" cy="9953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F0AA73D8-9F98-B294-FB43-4D7080BB1BE6}"/>
              </a:ext>
            </a:extLst>
          </p:cNvPr>
          <p:cNvCxnSpPr>
            <a:cxnSpLocks/>
          </p:cNvCxnSpPr>
          <p:nvPr/>
        </p:nvCxnSpPr>
        <p:spPr>
          <a:xfrm>
            <a:off x="4059693" y="4792133"/>
            <a:ext cx="86301" cy="179121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D044FE2E-E03F-8236-E006-22BAEC5738B3}"/>
              </a:ext>
            </a:extLst>
          </p:cNvPr>
          <p:cNvCxnSpPr>
            <a:cxnSpLocks/>
          </p:cNvCxnSpPr>
          <p:nvPr/>
        </p:nvCxnSpPr>
        <p:spPr>
          <a:xfrm flipV="1">
            <a:off x="4006626" y="4792133"/>
            <a:ext cx="60192" cy="179121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2C3921AF-6596-B897-E2BD-C48DB81BE29A}"/>
              </a:ext>
            </a:extLst>
          </p:cNvPr>
          <p:cNvCxnSpPr>
            <a:cxnSpLocks/>
          </p:cNvCxnSpPr>
          <p:nvPr/>
        </p:nvCxnSpPr>
        <p:spPr>
          <a:xfrm>
            <a:off x="3926665" y="4792133"/>
            <a:ext cx="86301" cy="179121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0FDAB97C-8263-B0A4-0B4A-F1FA6AC0368C}"/>
              </a:ext>
            </a:extLst>
          </p:cNvPr>
          <p:cNvCxnSpPr>
            <a:cxnSpLocks/>
          </p:cNvCxnSpPr>
          <p:nvPr/>
        </p:nvCxnSpPr>
        <p:spPr>
          <a:xfrm flipV="1">
            <a:off x="3870276" y="4792623"/>
            <a:ext cx="60192" cy="179121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0299517E-C776-F7A0-65E8-875C480895BD}"/>
              </a:ext>
            </a:extLst>
          </p:cNvPr>
          <p:cNvCxnSpPr>
            <a:cxnSpLocks/>
          </p:cNvCxnSpPr>
          <p:nvPr/>
        </p:nvCxnSpPr>
        <p:spPr>
          <a:xfrm>
            <a:off x="3781017" y="4792133"/>
            <a:ext cx="86301" cy="179121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57FC3400-502D-F1C7-F4D2-95F45A5A25A4}"/>
              </a:ext>
            </a:extLst>
          </p:cNvPr>
          <p:cNvCxnSpPr>
            <a:cxnSpLocks/>
          </p:cNvCxnSpPr>
          <p:nvPr/>
        </p:nvCxnSpPr>
        <p:spPr>
          <a:xfrm flipV="1">
            <a:off x="3727950" y="4792133"/>
            <a:ext cx="60192" cy="179121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5F369F3A-83F7-9657-942C-16ED360C1238}"/>
              </a:ext>
            </a:extLst>
          </p:cNvPr>
          <p:cNvCxnSpPr>
            <a:cxnSpLocks/>
          </p:cNvCxnSpPr>
          <p:nvPr/>
        </p:nvCxnSpPr>
        <p:spPr>
          <a:xfrm>
            <a:off x="3650266" y="4795348"/>
            <a:ext cx="86301" cy="179121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00E22FAF-9ADF-27D7-1DF8-E44E39F22E26}"/>
              </a:ext>
            </a:extLst>
          </p:cNvPr>
          <p:cNvCxnSpPr>
            <a:cxnSpLocks/>
          </p:cNvCxnSpPr>
          <p:nvPr/>
        </p:nvCxnSpPr>
        <p:spPr>
          <a:xfrm flipV="1">
            <a:off x="3597199" y="4795348"/>
            <a:ext cx="60192" cy="179121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433A16AE-20B7-B049-E7F9-72B3B527F0DF}"/>
              </a:ext>
            </a:extLst>
          </p:cNvPr>
          <p:cNvCxnSpPr>
            <a:cxnSpLocks/>
          </p:cNvCxnSpPr>
          <p:nvPr/>
        </p:nvCxnSpPr>
        <p:spPr>
          <a:xfrm>
            <a:off x="3513867" y="4881693"/>
            <a:ext cx="87250" cy="76587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6E12BD70-35E2-9DD0-741C-92CABC127E71}"/>
              </a:ext>
            </a:extLst>
          </p:cNvPr>
          <p:cNvCxnSpPr>
            <a:cxnSpLocks/>
          </p:cNvCxnSpPr>
          <p:nvPr/>
        </p:nvCxnSpPr>
        <p:spPr>
          <a:xfrm flipV="1">
            <a:off x="5027840" y="4546868"/>
            <a:ext cx="0" cy="150137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E4DEEAFC-2379-E063-813C-11A101F692C5}"/>
              </a:ext>
            </a:extLst>
          </p:cNvPr>
          <p:cNvCxnSpPr>
            <a:cxnSpLocks/>
          </p:cNvCxnSpPr>
          <p:nvPr/>
        </p:nvCxnSpPr>
        <p:spPr>
          <a:xfrm>
            <a:off x="3006725" y="4697005"/>
            <a:ext cx="2021115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4059C7D9-E723-AECB-528B-06E5675FBFEE}"/>
              </a:ext>
            </a:extLst>
          </p:cNvPr>
          <p:cNvCxnSpPr>
            <a:cxnSpLocks/>
          </p:cNvCxnSpPr>
          <p:nvPr/>
        </p:nvCxnSpPr>
        <p:spPr>
          <a:xfrm flipV="1">
            <a:off x="3013166" y="4700731"/>
            <a:ext cx="0" cy="180962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D0729C0F-7C40-C8E3-D9B6-9816D87A3DB1}"/>
              </a:ext>
            </a:extLst>
          </p:cNvPr>
          <p:cNvCxnSpPr>
            <a:cxnSpLocks/>
          </p:cNvCxnSpPr>
          <p:nvPr/>
        </p:nvCxnSpPr>
        <p:spPr>
          <a:xfrm>
            <a:off x="3013166" y="4877343"/>
            <a:ext cx="500701" cy="435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38AE3F87-6AC6-6FD2-3372-3AF69354B0E7}"/>
              </a:ext>
            </a:extLst>
          </p:cNvPr>
          <p:cNvSpPr txBox="1"/>
          <p:nvPr/>
        </p:nvSpPr>
        <p:spPr>
          <a:xfrm>
            <a:off x="3681063" y="4977684"/>
            <a:ext cx="3786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1</a:t>
            </a:r>
            <a:r>
              <a:rPr lang="el-GR" sz="1200" dirty="0">
                <a:latin typeface="Calibri" panose="020F0502020204030204" pitchFamily="34" charset="0"/>
                <a:cs typeface="Calibri" panose="020F0502020204030204" pitchFamily="34" charset="0"/>
              </a:rPr>
              <a:t>Ω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026608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McMahon, Andrew</dc:creator>
  <cp:lastModifiedBy>McMahon, Andrew</cp:lastModifiedBy>
  <cp:revision>2</cp:revision>
  <dcterms:created xsi:type="dcterms:W3CDTF">2024-05-30T10:54:40Z</dcterms:created>
  <dcterms:modified xsi:type="dcterms:W3CDTF">2024-05-30T11:23:39Z</dcterms:modified>
</cp:coreProperties>
</file>